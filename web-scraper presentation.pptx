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ondrina Solid" charset="1" panose="00000500000000000000"/>
      <p:regular r:id="rId17"/>
    </p:embeddedFont>
    <p:embeddedFont>
      <p:font typeface="FB Program" charset="1" panose="02020503050405020304"/>
      <p:regular r:id="rId18"/>
    </p:embeddedFont>
    <p:embeddedFont>
      <p:font typeface="Aileron Bold" charset="1" panose="00000800000000000000"/>
      <p:regular r:id="rId19"/>
    </p:embeddedFont>
    <p:embeddedFont>
      <p:font typeface="Aileron" charset="1" panose="00000500000000000000"/>
      <p:regular r:id="rId20"/>
    </p:embeddedFont>
    <p:embeddedFont>
      <p:font typeface="Impact" charset="1" panose="020B080603090205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6.png" Type="http://schemas.openxmlformats.org/officeDocument/2006/relationships/image"/><Relationship Id="rId35" Target="../media/image3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26" Target="../media/image31.png" Type="http://schemas.openxmlformats.org/officeDocument/2006/relationships/image"/><Relationship Id="rId27" Target="../media/image3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8.png" Type="http://schemas.openxmlformats.org/officeDocument/2006/relationships/image"/><Relationship Id="rId35" Target="../media/image39.png" Type="http://schemas.openxmlformats.org/officeDocument/2006/relationships/image"/><Relationship Id="rId36" Target="../media/image40.png" Type="http://schemas.openxmlformats.org/officeDocument/2006/relationships/image"/><Relationship Id="rId37" Target="../media/image41.png" Type="http://schemas.openxmlformats.org/officeDocument/2006/relationships/image"/><Relationship Id="rId38" Target="../media/image4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26" Target="../media/image31.png" Type="http://schemas.openxmlformats.org/officeDocument/2006/relationships/image"/><Relationship Id="rId27" Target="../media/image32.svg" Type="http://schemas.openxmlformats.org/officeDocument/2006/relationships/image"/><Relationship Id="rId28" Target="../media/image43.png" Type="http://schemas.openxmlformats.org/officeDocument/2006/relationships/image"/><Relationship Id="rId29" Target="../media/image44.png" Type="http://schemas.openxmlformats.org/officeDocument/2006/relationships/image"/><Relationship Id="rId3" Target="../media/image2.svg" Type="http://schemas.openxmlformats.org/officeDocument/2006/relationships/image"/><Relationship Id="rId30" Target="../media/image45.png" Type="http://schemas.openxmlformats.org/officeDocument/2006/relationships/image"/><Relationship Id="rId31" Target="../media/image4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9.png" Type="http://schemas.openxmlformats.org/officeDocument/2006/relationships/image"/><Relationship Id="rId23" Target="../media/image30.svg" Type="http://schemas.openxmlformats.org/officeDocument/2006/relationships/image"/><Relationship Id="rId24" Target="../media/image31.png" Type="http://schemas.openxmlformats.org/officeDocument/2006/relationships/image"/><Relationship Id="rId25" Target="../media/image32.svg" Type="http://schemas.openxmlformats.org/officeDocument/2006/relationships/image"/><Relationship Id="rId26" Target="../media/image4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1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9.png" Type="http://schemas.openxmlformats.org/officeDocument/2006/relationships/image"/><Relationship Id="rId23" Target="../media/image30.svg" Type="http://schemas.openxmlformats.org/officeDocument/2006/relationships/image"/><Relationship Id="rId24" Target="../media/image31.png" Type="http://schemas.openxmlformats.org/officeDocument/2006/relationships/image"/><Relationship Id="rId25" Target="../media/image32.svg" Type="http://schemas.openxmlformats.org/officeDocument/2006/relationships/image"/><Relationship Id="rId26" Target="../media/image48.png" Type="http://schemas.openxmlformats.org/officeDocument/2006/relationships/image"/><Relationship Id="rId27" Target="../media/image49.png" Type="http://schemas.openxmlformats.org/officeDocument/2006/relationships/image"/><Relationship Id="rId28" Target="../media/image50.svg" Type="http://schemas.openxmlformats.org/officeDocument/2006/relationships/image"/><Relationship Id="rId29" Target="../media/image51.png" Type="http://schemas.openxmlformats.org/officeDocument/2006/relationships/image"/><Relationship Id="rId3" Target="../media/image2.svg" Type="http://schemas.openxmlformats.org/officeDocument/2006/relationships/image"/><Relationship Id="rId30" Target="../media/image52.png" Type="http://schemas.openxmlformats.org/officeDocument/2006/relationships/image"/><Relationship Id="rId31" Target="../media/image53.svg" Type="http://schemas.openxmlformats.org/officeDocument/2006/relationships/image"/><Relationship Id="rId32" Target="../media/image54.png" Type="http://schemas.openxmlformats.org/officeDocument/2006/relationships/image"/><Relationship Id="rId33" Target="../media/image55.png" Type="http://schemas.openxmlformats.org/officeDocument/2006/relationships/image"/><Relationship Id="rId34" Target="../media/image5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760004" y="376680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41128" y="-3447558"/>
            <a:ext cx="6375516" cy="6375516"/>
          </a:xfrm>
          <a:custGeom>
            <a:avLst/>
            <a:gdLst/>
            <a:ahLst/>
            <a:cxnLst/>
            <a:rect r="r" b="b" t="t" l="l"/>
            <a:pathLst>
              <a:path h="6375516" w="6375516">
                <a:moveTo>
                  <a:pt x="0" y="0"/>
                </a:moveTo>
                <a:lnTo>
                  <a:pt x="6375515" y="0"/>
                </a:lnTo>
                <a:lnTo>
                  <a:pt x="6375515" y="6375516"/>
                </a:lnTo>
                <a:lnTo>
                  <a:pt x="0" y="637551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241" y="-283350"/>
            <a:ext cx="6116777" cy="3211308"/>
          </a:xfrm>
          <a:custGeom>
            <a:avLst/>
            <a:gdLst/>
            <a:ahLst/>
            <a:cxnLst/>
            <a:rect r="r" b="b" t="t" l="l"/>
            <a:pathLst>
              <a:path h="3211308" w="6116777">
                <a:moveTo>
                  <a:pt x="0" y="0"/>
                </a:moveTo>
                <a:lnTo>
                  <a:pt x="6116777" y="0"/>
                </a:lnTo>
                <a:lnTo>
                  <a:pt x="6116777" y="3211308"/>
                </a:lnTo>
                <a:lnTo>
                  <a:pt x="0" y="3211308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46630" y="4050450"/>
            <a:ext cx="12459269" cy="208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9"/>
              </a:lnSpc>
            </a:pPr>
            <a:r>
              <a:rPr lang="en-US" sz="17607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Web scrapping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14726" y="6337006"/>
            <a:ext cx="7749726" cy="238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1"/>
              </a:lnSpc>
            </a:pPr>
            <a:r>
              <a:rPr lang="en-US" sz="3399">
                <a:solidFill>
                  <a:srgbClr val="A9805C"/>
                </a:solidFill>
                <a:latin typeface="FB Program"/>
                <a:ea typeface="FB Program"/>
                <a:cs typeface="FB Program"/>
                <a:sym typeface="FB Program"/>
              </a:rPr>
              <a:t>Presented by :</a:t>
            </a:r>
          </a:p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A9805C"/>
                </a:solidFill>
                <a:latin typeface="FB Program"/>
                <a:ea typeface="FB Program"/>
                <a:cs typeface="FB Program"/>
                <a:sym typeface="FB Program"/>
              </a:rPr>
              <a:t>Nezar EL AYACHI</a:t>
            </a:r>
          </a:p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A9805C"/>
                </a:solidFill>
                <a:latin typeface="FB Program"/>
                <a:ea typeface="FB Program"/>
                <a:cs typeface="FB Program"/>
                <a:sym typeface="FB Program"/>
              </a:rPr>
              <a:t>Saad AIT EL ASRI</a:t>
            </a:r>
          </a:p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A9805C"/>
                </a:solidFill>
                <a:latin typeface="FB Program"/>
                <a:ea typeface="FB Program"/>
                <a:cs typeface="FB Program"/>
                <a:sym typeface="FB Program"/>
              </a:rPr>
              <a:t>Youness Mouajane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120284" y="1496605"/>
            <a:ext cx="6482958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Plan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507364" y="3531616"/>
            <a:ext cx="6463780" cy="691501"/>
            <a:chOff x="0" y="0"/>
            <a:chExt cx="8618374" cy="9220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191417"/>
              <a:ext cx="569178" cy="539167"/>
            </a:xfrm>
            <a:custGeom>
              <a:avLst/>
              <a:gdLst/>
              <a:ahLst/>
              <a:cxnLst/>
              <a:rect r="r" b="b" t="t" l="l"/>
              <a:pathLst>
                <a:path h="539167" w="569178">
                  <a:moveTo>
                    <a:pt x="0" y="0"/>
                  </a:moveTo>
                  <a:lnTo>
                    <a:pt x="569178" y="0"/>
                  </a:lnTo>
                  <a:lnTo>
                    <a:pt x="569178" y="539167"/>
                  </a:lnTo>
                  <a:lnTo>
                    <a:pt x="0" y="53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012439" y="66675"/>
              <a:ext cx="7605935" cy="855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5"/>
                </a:lnSpc>
              </a:pPr>
              <a:r>
                <a:rPr lang="en-US" sz="4565">
                  <a:solidFill>
                    <a:srgbClr val="A9805C"/>
                  </a:solidFill>
                  <a:latin typeface="FB Program"/>
                  <a:ea typeface="FB Program"/>
                  <a:cs typeface="FB Program"/>
                  <a:sym typeface="FB Program"/>
                </a:rPr>
                <a:t>Introduction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32943" y="4533768"/>
            <a:ext cx="6463780" cy="691501"/>
            <a:chOff x="0" y="0"/>
            <a:chExt cx="8618374" cy="9220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91417"/>
              <a:ext cx="569178" cy="539167"/>
            </a:xfrm>
            <a:custGeom>
              <a:avLst/>
              <a:gdLst/>
              <a:ahLst/>
              <a:cxnLst/>
              <a:rect r="r" b="b" t="t" l="l"/>
              <a:pathLst>
                <a:path h="539167" w="569178">
                  <a:moveTo>
                    <a:pt x="0" y="0"/>
                  </a:moveTo>
                  <a:lnTo>
                    <a:pt x="569178" y="0"/>
                  </a:lnTo>
                  <a:lnTo>
                    <a:pt x="569178" y="539167"/>
                  </a:lnTo>
                  <a:lnTo>
                    <a:pt x="0" y="53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12439" y="66675"/>
              <a:ext cx="7605935" cy="855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5"/>
                </a:lnSpc>
              </a:pPr>
              <a:r>
                <a:rPr lang="en-US" sz="4565">
                  <a:solidFill>
                    <a:srgbClr val="A9805C"/>
                  </a:solidFill>
                  <a:latin typeface="FB Program"/>
                  <a:ea typeface="FB Program"/>
                  <a:cs typeface="FB Program"/>
                  <a:sym typeface="FB Program"/>
                </a:rPr>
                <a:t>Plannification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69703" y="5532224"/>
            <a:ext cx="6463780" cy="691501"/>
            <a:chOff x="0" y="0"/>
            <a:chExt cx="8618374" cy="9220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1417"/>
              <a:ext cx="569178" cy="539167"/>
            </a:xfrm>
            <a:custGeom>
              <a:avLst/>
              <a:gdLst/>
              <a:ahLst/>
              <a:cxnLst/>
              <a:rect r="r" b="b" t="t" l="l"/>
              <a:pathLst>
                <a:path h="539167" w="569178">
                  <a:moveTo>
                    <a:pt x="0" y="0"/>
                  </a:moveTo>
                  <a:lnTo>
                    <a:pt x="569178" y="0"/>
                  </a:lnTo>
                  <a:lnTo>
                    <a:pt x="569178" y="539167"/>
                  </a:lnTo>
                  <a:lnTo>
                    <a:pt x="0" y="53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012439" y="66675"/>
              <a:ext cx="7605935" cy="855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5"/>
                </a:lnSpc>
              </a:pPr>
              <a:r>
                <a:rPr lang="en-US" sz="4565">
                  <a:solidFill>
                    <a:srgbClr val="A9805C"/>
                  </a:solidFill>
                  <a:latin typeface="FB Program"/>
                  <a:ea typeface="FB Program"/>
                  <a:cs typeface="FB Program"/>
                  <a:sym typeface="FB Program"/>
                </a:rPr>
                <a:t>Les outils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82493" y="7501098"/>
            <a:ext cx="6463780" cy="691501"/>
            <a:chOff x="0" y="0"/>
            <a:chExt cx="8618374" cy="9220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191417"/>
              <a:ext cx="569178" cy="539167"/>
            </a:xfrm>
            <a:custGeom>
              <a:avLst/>
              <a:gdLst/>
              <a:ahLst/>
              <a:cxnLst/>
              <a:rect r="r" b="b" t="t" l="l"/>
              <a:pathLst>
                <a:path h="539167" w="569178">
                  <a:moveTo>
                    <a:pt x="0" y="0"/>
                  </a:moveTo>
                  <a:lnTo>
                    <a:pt x="569178" y="0"/>
                  </a:lnTo>
                  <a:lnTo>
                    <a:pt x="569178" y="539167"/>
                  </a:lnTo>
                  <a:lnTo>
                    <a:pt x="0" y="53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012439" y="66675"/>
              <a:ext cx="7605935" cy="855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5"/>
                </a:lnSpc>
              </a:pPr>
              <a:r>
                <a:rPr lang="en-US" sz="4565">
                  <a:solidFill>
                    <a:srgbClr val="A9805C"/>
                  </a:solidFill>
                  <a:latin typeface="FB Program"/>
                  <a:ea typeface="FB Program"/>
                  <a:cs typeface="FB Program"/>
                  <a:sym typeface="FB Program"/>
                </a:rPr>
                <a:t>conclusion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69703" y="6528525"/>
            <a:ext cx="6463780" cy="691501"/>
            <a:chOff x="0" y="0"/>
            <a:chExt cx="8618374" cy="9220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91417"/>
              <a:ext cx="569178" cy="539167"/>
            </a:xfrm>
            <a:custGeom>
              <a:avLst/>
              <a:gdLst/>
              <a:ahLst/>
              <a:cxnLst/>
              <a:rect r="r" b="b" t="t" l="l"/>
              <a:pathLst>
                <a:path h="539167" w="569178">
                  <a:moveTo>
                    <a:pt x="0" y="0"/>
                  </a:moveTo>
                  <a:lnTo>
                    <a:pt x="569178" y="0"/>
                  </a:lnTo>
                  <a:lnTo>
                    <a:pt x="569178" y="539167"/>
                  </a:lnTo>
                  <a:lnTo>
                    <a:pt x="0" y="53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012439" y="66675"/>
              <a:ext cx="7605935" cy="855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5"/>
                </a:lnSpc>
              </a:pPr>
              <a:r>
                <a:rPr lang="en-US" sz="4565">
                  <a:solidFill>
                    <a:srgbClr val="A9805C"/>
                  </a:solidFill>
                  <a:latin typeface="FB Program"/>
                  <a:ea typeface="FB Program"/>
                  <a:cs typeface="FB Program"/>
                  <a:sym typeface="FB Program"/>
                </a:rPr>
                <a:t>Les fonctions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640357" y="4653173"/>
            <a:ext cx="7007285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5071" y="694892"/>
            <a:ext cx="9427853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Plannificcation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3756" y="3308282"/>
            <a:ext cx="5004712" cy="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7"/>
              </a:lnSpc>
              <a:spcBef>
                <a:spcPct val="0"/>
              </a:spcBef>
            </a:pPr>
            <a:r>
              <a:rPr lang="en-US" b="true" sz="2199" spc="8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LES TACHES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3756" y="4184362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Annalyse et conception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63756" y="4840702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Construire l’interface utilisateur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63756" y="5497043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Dév</a:t>
            </a: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eloppement des fonctionnalités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63756" y="6153383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Tests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63756" y="6809723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Maintenance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63756" y="7466063"/>
            <a:ext cx="5004712" cy="28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 spc="7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Les taches finaux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7663864" y="4028407"/>
            <a:ext cx="2222470" cy="656340"/>
          </a:xfrm>
          <a:prstGeom prst="rect">
            <a:avLst/>
          </a:prstGeom>
          <a:solidFill>
            <a:srgbClr val="E4D4C4"/>
          </a:solidFill>
        </p:spPr>
      </p:sp>
      <p:sp>
        <p:nvSpPr>
          <p:cNvPr name="AutoShape 25" id="25"/>
          <p:cNvSpPr/>
          <p:nvPr/>
        </p:nvSpPr>
        <p:spPr>
          <a:xfrm rot="0">
            <a:off x="9886334" y="4667476"/>
            <a:ext cx="2232899" cy="656340"/>
          </a:xfrm>
          <a:prstGeom prst="rect">
            <a:avLst/>
          </a:prstGeom>
          <a:solidFill>
            <a:srgbClr val="D1B399"/>
          </a:solidFill>
        </p:spPr>
      </p:sp>
      <p:sp>
        <p:nvSpPr>
          <p:cNvPr name="AutoShape 26" id="26"/>
          <p:cNvSpPr/>
          <p:nvPr/>
        </p:nvSpPr>
        <p:spPr>
          <a:xfrm rot="0">
            <a:off x="12123872" y="5330792"/>
            <a:ext cx="2252853" cy="656340"/>
          </a:xfrm>
          <a:prstGeom prst="rect">
            <a:avLst/>
          </a:prstGeom>
          <a:solidFill>
            <a:srgbClr val="D1B399"/>
          </a:solidFill>
        </p:spPr>
      </p:sp>
      <p:sp>
        <p:nvSpPr>
          <p:cNvPr name="AutoShape 27" id="27"/>
          <p:cNvSpPr/>
          <p:nvPr/>
        </p:nvSpPr>
        <p:spPr>
          <a:xfrm rot="0">
            <a:off x="12119233" y="5996739"/>
            <a:ext cx="3077829" cy="656340"/>
          </a:xfrm>
          <a:prstGeom prst="rect">
            <a:avLst/>
          </a:prstGeom>
          <a:solidFill>
            <a:srgbClr val="A9805C"/>
          </a:solidFill>
        </p:spPr>
      </p:sp>
      <p:sp>
        <p:nvSpPr>
          <p:cNvPr name="AutoShape 28" id="28"/>
          <p:cNvSpPr/>
          <p:nvPr/>
        </p:nvSpPr>
        <p:spPr>
          <a:xfrm rot="0">
            <a:off x="12123872" y="6657842"/>
            <a:ext cx="4572528" cy="656340"/>
          </a:xfrm>
          <a:prstGeom prst="rect">
            <a:avLst/>
          </a:prstGeom>
          <a:solidFill>
            <a:srgbClr val="915C2E"/>
          </a:solidFill>
        </p:spPr>
      </p:sp>
      <p:sp>
        <p:nvSpPr>
          <p:cNvPr name="AutoShape 29" id="29"/>
          <p:cNvSpPr/>
          <p:nvPr/>
        </p:nvSpPr>
        <p:spPr>
          <a:xfrm rot="0">
            <a:off x="14222982" y="7276967"/>
            <a:ext cx="2473417" cy="656340"/>
          </a:xfrm>
          <a:prstGeom prst="rect">
            <a:avLst/>
          </a:prstGeom>
          <a:solidFill>
            <a:srgbClr val="614125"/>
          </a:solidFill>
        </p:spPr>
      </p:sp>
      <p:sp>
        <p:nvSpPr>
          <p:cNvPr name="AutoShape 30" id="30"/>
          <p:cNvSpPr/>
          <p:nvPr/>
        </p:nvSpPr>
        <p:spPr>
          <a:xfrm rot="0">
            <a:off x="1696072" y="4667476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1" id="31"/>
          <p:cNvSpPr/>
          <p:nvPr/>
        </p:nvSpPr>
        <p:spPr>
          <a:xfrm rot="0">
            <a:off x="1696072" y="5335637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2" id="32"/>
          <p:cNvSpPr/>
          <p:nvPr/>
        </p:nvSpPr>
        <p:spPr>
          <a:xfrm rot="0">
            <a:off x="1696072" y="5991977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3" id="33"/>
          <p:cNvSpPr/>
          <p:nvPr/>
        </p:nvSpPr>
        <p:spPr>
          <a:xfrm rot="0">
            <a:off x="1696072" y="6648317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4" id="34"/>
          <p:cNvSpPr/>
          <p:nvPr/>
        </p:nvSpPr>
        <p:spPr>
          <a:xfrm rot="0">
            <a:off x="1696072" y="7304657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5" id="35"/>
          <p:cNvSpPr/>
          <p:nvPr/>
        </p:nvSpPr>
        <p:spPr>
          <a:xfrm rot="0">
            <a:off x="1696072" y="7960998"/>
            <a:ext cx="14888959" cy="9525"/>
          </a:xfrm>
          <a:prstGeom prst="rect">
            <a:avLst/>
          </a:prstGeom>
          <a:solidFill>
            <a:srgbClr val="191919">
              <a:alpha val="60000"/>
            </a:srgbClr>
          </a:solidFill>
        </p:spPr>
      </p:sp>
      <p:sp>
        <p:nvSpPr>
          <p:cNvPr name="AutoShape 36" id="36"/>
          <p:cNvSpPr/>
          <p:nvPr/>
        </p:nvSpPr>
        <p:spPr>
          <a:xfrm rot="0">
            <a:off x="1710235" y="3986141"/>
            <a:ext cx="14888959" cy="46432"/>
          </a:xfrm>
          <a:prstGeom prst="rect">
            <a:avLst/>
          </a:prstGeom>
          <a:solidFill>
            <a:srgbClr val="191919"/>
          </a:solidFill>
        </p:spPr>
      </p:sp>
      <p:sp>
        <p:nvSpPr>
          <p:cNvPr name="AutoShape 37" id="37"/>
          <p:cNvSpPr/>
          <p:nvPr/>
        </p:nvSpPr>
        <p:spPr>
          <a:xfrm rot="0">
            <a:off x="1710235" y="4005191"/>
            <a:ext cx="14888959" cy="46432"/>
          </a:xfrm>
          <a:prstGeom prst="rect">
            <a:avLst/>
          </a:prstGeom>
          <a:solidFill>
            <a:srgbClr val="191919"/>
          </a:solidFill>
        </p:spPr>
      </p:sp>
      <p:sp>
        <p:nvSpPr>
          <p:cNvPr name="AutoShape 38" id="38"/>
          <p:cNvSpPr/>
          <p:nvPr/>
        </p:nvSpPr>
        <p:spPr>
          <a:xfrm rot="0">
            <a:off x="9901485" y="2997856"/>
            <a:ext cx="2222470" cy="1007335"/>
          </a:xfrm>
          <a:prstGeom prst="rect">
            <a:avLst/>
          </a:prstGeom>
          <a:solidFill>
            <a:srgbClr val="D1B399"/>
          </a:solidFill>
        </p:spPr>
      </p:sp>
      <p:sp>
        <p:nvSpPr>
          <p:cNvPr name="AutoShape 39" id="39"/>
          <p:cNvSpPr/>
          <p:nvPr/>
        </p:nvSpPr>
        <p:spPr>
          <a:xfrm rot="0">
            <a:off x="7663864" y="2997856"/>
            <a:ext cx="2222470" cy="1007335"/>
          </a:xfrm>
          <a:prstGeom prst="rect">
            <a:avLst/>
          </a:prstGeom>
          <a:solidFill>
            <a:srgbClr val="E4D4C4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8052160" y="3308930"/>
            <a:ext cx="1482813" cy="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200" spc="8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Jour 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01614" y="3308930"/>
            <a:ext cx="1482813" cy="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200" spc="8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Jour 2 /4</a:t>
            </a:r>
          </a:p>
        </p:txBody>
      </p:sp>
      <p:sp>
        <p:nvSpPr>
          <p:cNvPr name="AutoShape 42" id="42"/>
          <p:cNvSpPr/>
          <p:nvPr/>
        </p:nvSpPr>
        <p:spPr>
          <a:xfrm rot="0">
            <a:off x="12139105" y="2997856"/>
            <a:ext cx="2222470" cy="1007335"/>
          </a:xfrm>
          <a:prstGeom prst="rect">
            <a:avLst/>
          </a:prstGeom>
          <a:solidFill>
            <a:srgbClr val="A9805C"/>
          </a:solidFill>
        </p:spPr>
      </p:sp>
      <p:sp>
        <p:nvSpPr>
          <p:cNvPr name="TextBox 43" id="43"/>
          <p:cNvSpPr txBox="true"/>
          <p:nvPr/>
        </p:nvSpPr>
        <p:spPr>
          <a:xfrm rot="0">
            <a:off x="12484544" y="3308930"/>
            <a:ext cx="1661204" cy="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200" spc="8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Jour 4 / 12</a:t>
            </a:r>
          </a:p>
        </p:txBody>
      </p:sp>
      <p:sp>
        <p:nvSpPr>
          <p:cNvPr name="AutoShape 44" id="44"/>
          <p:cNvSpPr/>
          <p:nvPr/>
        </p:nvSpPr>
        <p:spPr>
          <a:xfrm rot="0">
            <a:off x="14376725" y="2997856"/>
            <a:ext cx="2222470" cy="1007335"/>
          </a:xfrm>
          <a:prstGeom prst="rect">
            <a:avLst/>
          </a:prstGeom>
          <a:solidFill>
            <a:srgbClr val="915C2E"/>
          </a:solidFill>
        </p:spPr>
      </p:sp>
      <p:sp>
        <p:nvSpPr>
          <p:cNvPr name="TextBox 45" id="45"/>
          <p:cNvSpPr txBox="true"/>
          <p:nvPr/>
        </p:nvSpPr>
        <p:spPr>
          <a:xfrm rot="0">
            <a:off x="14591300" y="3308930"/>
            <a:ext cx="1805265" cy="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200" spc="8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Jour 12 / 16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352116" y="2644886"/>
            <a:ext cx="1577616" cy="1561840"/>
          </a:xfrm>
          <a:custGeom>
            <a:avLst/>
            <a:gdLst/>
            <a:ahLst/>
            <a:cxnLst/>
            <a:rect r="r" b="b" t="t" l="l"/>
            <a:pathLst>
              <a:path h="1561840" w="1577616">
                <a:moveTo>
                  <a:pt x="0" y="0"/>
                </a:moveTo>
                <a:lnTo>
                  <a:pt x="1577616" y="0"/>
                </a:lnTo>
                <a:lnTo>
                  <a:pt x="1577616" y="1561839"/>
                </a:lnTo>
                <a:lnTo>
                  <a:pt x="0" y="156183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227713" y="2505204"/>
            <a:ext cx="2764273" cy="2073205"/>
          </a:xfrm>
          <a:custGeom>
            <a:avLst/>
            <a:gdLst/>
            <a:ahLst/>
            <a:cxnLst/>
            <a:rect r="r" b="b" t="t" l="l"/>
            <a:pathLst>
              <a:path h="2073205" w="2764273">
                <a:moveTo>
                  <a:pt x="0" y="0"/>
                </a:moveTo>
                <a:lnTo>
                  <a:pt x="2764273" y="0"/>
                </a:lnTo>
                <a:lnTo>
                  <a:pt x="2764273" y="2073205"/>
                </a:lnTo>
                <a:lnTo>
                  <a:pt x="0" y="207320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88142" y="2505204"/>
            <a:ext cx="1788781" cy="1788781"/>
          </a:xfrm>
          <a:custGeom>
            <a:avLst/>
            <a:gdLst/>
            <a:ahLst/>
            <a:cxnLst/>
            <a:rect r="r" b="b" t="t" l="l"/>
            <a:pathLst>
              <a:path h="1788781" w="1788781">
                <a:moveTo>
                  <a:pt x="0" y="0"/>
                </a:moveTo>
                <a:lnTo>
                  <a:pt x="1788781" y="0"/>
                </a:lnTo>
                <a:lnTo>
                  <a:pt x="1788781" y="1788781"/>
                </a:lnTo>
                <a:lnTo>
                  <a:pt x="0" y="178878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22383" y="5674075"/>
            <a:ext cx="2920300" cy="1825188"/>
          </a:xfrm>
          <a:custGeom>
            <a:avLst/>
            <a:gdLst/>
            <a:ahLst/>
            <a:cxnLst/>
            <a:rect r="r" b="b" t="t" l="l"/>
            <a:pathLst>
              <a:path h="1825188" w="2920300">
                <a:moveTo>
                  <a:pt x="0" y="0"/>
                </a:moveTo>
                <a:lnTo>
                  <a:pt x="2920300" y="0"/>
                </a:lnTo>
                <a:lnTo>
                  <a:pt x="2920300" y="1825188"/>
                </a:lnTo>
                <a:lnTo>
                  <a:pt x="0" y="1825188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368478" y="5852861"/>
            <a:ext cx="1951696" cy="1951696"/>
          </a:xfrm>
          <a:custGeom>
            <a:avLst/>
            <a:gdLst/>
            <a:ahLst/>
            <a:cxnLst/>
            <a:rect r="r" b="b" t="t" l="l"/>
            <a:pathLst>
              <a:path h="1951696" w="1951696">
                <a:moveTo>
                  <a:pt x="0" y="0"/>
                </a:moveTo>
                <a:lnTo>
                  <a:pt x="1951696" y="0"/>
                </a:lnTo>
                <a:lnTo>
                  <a:pt x="1951696" y="1951695"/>
                </a:lnTo>
                <a:lnTo>
                  <a:pt x="0" y="195169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654638" y="783654"/>
            <a:ext cx="9427853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Les outils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74574" y="6337203"/>
            <a:ext cx="3295209" cy="10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7"/>
              </a:lnSpc>
            </a:pPr>
            <a:r>
              <a:rPr lang="en-US" sz="6737">
                <a:solidFill>
                  <a:srgbClr val="191919"/>
                </a:solidFill>
                <a:latin typeface="Impact"/>
                <a:ea typeface="Impact"/>
                <a:cs typeface="Impact"/>
                <a:sym typeface="Impact"/>
              </a:rPr>
              <a:t>Express js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430074" y="4297308"/>
            <a:ext cx="9427853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Les fonctions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660" y="5658962"/>
            <a:ext cx="9675350" cy="5191391"/>
          </a:xfrm>
          <a:custGeom>
            <a:avLst/>
            <a:gdLst/>
            <a:ahLst/>
            <a:cxnLst/>
            <a:rect r="r" b="b" t="t" l="l"/>
            <a:pathLst>
              <a:path h="5191391" w="9675350">
                <a:moveTo>
                  <a:pt x="0" y="0"/>
                </a:moveTo>
                <a:lnTo>
                  <a:pt x="9675350" y="0"/>
                </a:lnTo>
                <a:lnTo>
                  <a:pt x="9675350" y="5191391"/>
                </a:lnTo>
                <a:lnTo>
                  <a:pt x="0" y="519139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4747" r="0" b="-4747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89236" y="5658962"/>
            <a:ext cx="12649077" cy="4507205"/>
          </a:xfrm>
          <a:custGeom>
            <a:avLst/>
            <a:gdLst/>
            <a:ahLst/>
            <a:cxnLst/>
            <a:rect r="r" b="b" t="t" l="l"/>
            <a:pathLst>
              <a:path h="4507205" w="12649077">
                <a:moveTo>
                  <a:pt x="0" y="0"/>
                </a:moveTo>
                <a:lnTo>
                  <a:pt x="12649077" y="0"/>
                </a:lnTo>
                <a:lnTo>
                  <a:pt x="12649077" y="4507205"/>
                </a:lnTo>
                <a:lnTo>
                  <a:pt x="0" y="450720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6351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89236" y="1986932"/>
            <a:ext cx="8998764" cy="4390196"/>
          </a:xfrm>
          <a:custGeom>
            <a:avLst/>
            <a:gdLst/>
            <a:ahLst/>
            <a:cxnLst/>
            <a:rect r="r" b="b" t="t" l="l"/>
            <a:pathLst>
              <a:path h="4390196" w="8998764">
                <a:moveTo>
                  <a:pt x="0" y="0"/>
                </a:moveTo>
                <a:lnTo>
                  <a:pt x="8998764" y="0"/>
                </a:lnTo>
                <a:lnTo>
                  <a:pt x="8998764" y="4390196"/>
                </a:lnTo>
                <a:lnTo>
                  <a:pt x="0" y="439019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3471" t="0" r="-10984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660" y="1971185"/>
            <a:ext cx="9270576" cy="4405943"/>
          </a:xfrm>
          <a:custGeom>
            <a:avLst/>
            <a:gdLst/>
            <a:ahLst/>
            <a:cxnLst/>
            <a:rect r="r" b="b" t="t" l="l"/>
            <a:pathLst>
              <a:path h="4405943" w="9270576">
                <a:moveTo>
                  <a:pt x="0" y="0"/>
                </a:moveTo>
                <a:lnTo>
                  <a:pt x="9270576" y="0"/>
                </a:lnTo>
                <a:lnTo>
                  <a:pt x="9270576" y="4405943"/>
                </a:lnTo>
                <a:lnTo>
                  <a:pt x="0" y="440594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-193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305743" y="538373"/>
            <a:ext cx="9019016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Landing page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660" y="1696658"/>
            <a:ext cx="18269340" cy="8590342"/>
          </a:xfrm>
          <a:custGeom>
            <a:avLst/>
            <a:gdLst/>
            <a:ahLst/>
            <a:cxnLst/>
            <a:rect r="r" b="b" t="t" l="l"/>
            <a:pathLst>
              <a:path h="8590342" w="18269340">
                <a:moveTo>
                  <a:pt x="0" y="0"/>
                </a:moveTo>
                <a:lnTo>
                  <a:pt x="18269340" y="0"/>
                </a:lnTo>
                <a:lnTo>
                  <a:pt x="18269340" y="8590342"/>
                </a:lnTo>
                <a:lnTo>
                  <a:pt x="0" y="859034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1109" t="0" r="-110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1822996" y="335004"/>
            <a:ext cx="9427853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Tool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24802" y="1776964"/>
            <a:ext cx="6394771" cy="3661963"/>
          </a:xfrm>
          <a:custGeom>
            <a:avLst/>
            <a:gdLst/>
            <a:ahLst/>
            <a:cxnLst/>
            <a:rect r="r" b="b" t="t" l="l"/>
            <a:pathLst>
              <a:path h="3661963" w="6394771">
                <a:moveTo>
                  <a:pt x="0" y="0"/>
                </a:moveTo>
                <a:lnTo>
                  <a:pt x="6394771" y="0"/>
                </a:lnTo>
                <a:lnTo>
                  <a:pt x="6394771" y="3661963"/>
                </a:lnTo>
                <a:lnTo>
                  <a:pt x="0" y="3661963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884471" y="3354356"/>
            <a:ext cx="1440771" cy="788822"/>
          </a:xfrm>
          <a:custGeom>
            <a:avLst/>
            <a:gdLst/>
            <a:ahLst/>
            <a:cxnLst/>
            <a:rect r="r" b="b" t="t" l="l"/>
            <a:pathLst>
              <a:path h="788822" w="1440771">
                <a:moveTo>
                  <a:pt x="0" y="0"/>
                </a:moveTo>
                <a:lnTo>
                  <a:pt x="1440771" y="0"/>
                </a:lnTo>
                <a:lnTo>
                  <a:pt x="1440771" y="788823"/>
                </a:lnTo>
                <a:lnTo>
                  <a:pt x="0" y="78882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25242" y="1972153"/>
            <a:ext cx="5912656" cy="3466774"/>
          </a:xfrm>
          <a:custGeom>
            <a:avLst/>
            <a:gdLst/>
            <a:ahLst/>
            <a:cxnLst/>
            <a:rect r="r" b="b" t="t" l="l"/>
            <a:pathLst>
              <a:path h="3466774" w="5912656">
                <a:moveTo>
                  <a:pt x="0" y="0"/>
                </a:moveTo>
                <a:lnTo>
                  <a:pt x="5912656" y="0"/>
                </a:lnTo>
                <a:lnTo>
                  <a:pt x="5912656" y="3466774"/>
                </a:lnTo>
                <a:lnTo>
                  <a:pt x="0" y="346677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-1705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394286" y="3781182"/>
            <a:ext cx="802776" cy="2071679"/>
          </a:xfrm>
          <a:custGeom>
            <a:avLst/>
            <a:gdLst/>
            <a:ahLst/>
            <a:cxnLst/>
            <a:rect r="r" b="b" t="t" l="l"/>
            <a:pathLst>
              <a:path h="2071679" w="802776">
                <a:moveTo>
                  <a:pt x="802776" y="0"/>
                </a:moveTo>
                <a:lnTo>
                  <a:pt x="0" y="0"/>
                </a:lnTo>
                <a:lnTo>
                  <a:pt x="0" y="2071679"/>
                </a:lnTo>
                <a:lnTo>
                  <a:pt x="802776" y="2071679"/>
                </a:lnTo>
                <a:lnTo>
                  <a:pt x="802776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4802" y="6307192"/>
            <a:ext cx="5316373" cy="3394526"/>
          </a:xfrm>
          <a:custGeom>
            <a:avLst/>
            <a:gdLst/>
            <a:ahLst/>
            <a:cxnLst/>
            <a:rect r="r" b="b" t="t" l="l"/>
            <a:pathLst>
              <a:path h="3394526" w="5316373">
                <a:moveTo>
                  <a:pt x="0" y="0"/>
                </a:moveTo>
                <a:lnTo>
                  <a:pt x="5316374" y="0"/>
                </a:lnTo>
                <a:lnTo>
                  <a:pt x="5316374" y="3394527"/>
                </a:lnTo>
                <a:lnTo>
                  <a:pt x="0" y="33945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75601" y="5553492"/>
            <a:ext cx="4099283" cy="4407157"/>
          </a:xfrm>
          <a:custGeom>
            <a:avLst/>
            <a:gdLst/>
            <a:ahLst/>
            <a:cxnLst/>
            <a:rect r="r" b="b" t="t" l="l"/>
            <a:pathLst>
              <a:path h="4407157" w="4099283">
                <a:moveTo>
                  <a:pt x="0" y="0"/>
                </a:moveTo>
                <a:lnTo>
                  <a:pt x="4099283" y="0"/>
                </a:lnTo>
                <a:lnTo>
                  <a:pt x="4099283" y="4407156"/>
                </a:lnTo>
                <a:lnTo>
                  <a:pt x="0" y="440715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21468" y="6185207"/>
            <a:ext cx="6726125" cy="3980960"/>
          </a:xfrm>
          <a:custGeom>
            <a:avLst/>
            <a:gdLst/>
            <a:ahLst/>
            <a:cxnLst/>
            <a:rect r="r" b="b" t="t" l="l"/>
            <a:pathLst>
              <a:path h="3980960" w="6726125">
                <a:moveTo>
                  <a:pt x="0" y="0"/>
                </a:moveTo>
                <a:lnTo>
                  <a:pt x="6726125" y="0"/>
                </a:lnTo>
                <a:lnTo>
                  <a:pt x="6726125" y="3980960"/>
                </a:lnTo>
                <a:lnTo>
                  <a:pt x="0" y="398096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-1822996" y="335004"/>
            <a:ext cx="9427853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Tool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34492" y="4653173"/>
            <a:ext cx="9019016" cy="13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7"/>
              </a:lnSpc>
            </a:pPr>
            <a:r>
              <a:rPr lang="en-US" sz="11449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1373" y="7482048"/>
            <a:ext cx="9122065" cy="7844976"/>
          </a:xfrm>
          <a:custGeom>
            <a:avLst/>
            <a:gdLst/>
            <a:ahLst/>
            <a:cxnLst/>
            <a:rect r="r" b="b" t="t" l="l"/>
            <a:pathLst>
              <a:path h="7844976" w="9122065">
                <a:moveTo>
                  <a:pt x="0" y="0"/>
                </a:moveTo>
                <a:lnTo>
                  <a:pt x="9122065" y="0"/>
                </a:lnTo>
                <a:lnTo>
                  <a:pt x="9122065" y="7844976"/>
                </a:lnTo>
                <a:lnTo>
                  <a:pt x="0" y="784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96101">
            <a:off x="13107120" y="9011385"/>
            <a:ext cx="2077257" cy="2551229"/>
          </a:xfrm>
          <a:custGeom>
            <a:avLst/>
            <a:gdLst/>
            <a:ahLst/>
            <a:cxnLst/>
            <a:rect r="r" b="b" t="t" l="l"/>
            <a:pathLst>
              <a:path h="2551229" w="2077257">
                <a:moveTo>
                  <a:pt x="0" y="0"/>
                </a:moveTo>
                <a:lnTo>
                  <a:pt x="2077257" y="0"/>
                </a:lnTo>
                <a:lnTo>
                  <a:pt x="2077257" y="2551230"/>
                </a:lnTo>
                <a:lnTo>
                  <a:pt x="0" y="2551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5899" y="8443489"/>
            <a:ext cx="3306803" cy="4114800"/>
          </a:xfrm>
          <a:custGeom>
            <a:avLst/>
            <a:gdLst/>
            <a:ahLst/>
            <a:cxnLst/>
            <a:rect r="r" b="b" t="t" l="l"/>
            <a:pathLst>
              <a:path h="4114800" w="3306803">
                <a:moveTo>
                  <a:pt x="0" y="0"/>
                </a:moveTo>
                <a:lnTo>
                  <a:pt x="3306802" y="0"/>
                </a:lnTo>
                <a:lnTo>
                  <a:pt x="3306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289122" y="-728288"/>
            <a:ext cx="7315200" cy="3513977"/>
          </a:xfrm>
          <a:custGeom>
            <a:avLst/>
            <a:gdLst/>
            <a:ahLst/>
            <a:cxnLst/>
            <a:rect r="r" b="b" t="t" l="l"/>
            <a:pathLst>
              <a:path h="3513977" w="7315200">
                <a:moveTo>
                  <a:pt x="0" y="3513976"/>
                </a:moveTo>
                <a:lnTo>
                  <a:pt x="7315200" y="3513976"/>
                </a:lnTo>
                <a:lnTo>
                  <a:pt x="7315200" y="0"/>
                </a:lnTo>
                <a:lnTo>
                  <a:pt x="0" y="0"/>
                </a:lnTo>
                <a:lnTo>
                  <a:pt x="0" y="35139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478" y="376680"/>
            <a:ext cx="3306270" cy="897301"/>
          </a:xfrm>
          <a:custGeom>
            <a:avLst/>
            <a:gdLst/>
            <a:ahLst/>
            <a:cxnLst/>
            <a:rect r="r" b="b" t="t" l="l"/>
            <a:pathLst>
              <a:path h="897301" w="3306270">
                <a:moveTo>
                  <a:pt x="0" y="0"/>
                </a:moveTo>
                <a:lnTo>
                  <a:pt x="3306270" y="0"/>
                </a:lnTo>
                <a:lnTo>
                  <a:pt x="3306270" y="897301"/>
                </a:lnTo>
                <a:lnTo>
                  <a:pt x="0" y="897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96400" y="6899748"/>
            <a:ext cx="3499323" cy="1164601"/>
          </a:xfrm>
          <a:custGeom>
            <a:avLst/>
            <a:gdLst/>
            <a:ahLst/>
            <a:cxnLst/>
            <a:rect r="r" b="b" t="t" l="l"/>
            <a:pathLst>
              <a:path h="1164601" w="3499323">
                <a:moveTo>
                  <a:pt x="0" y="0"/>
                </a:moveTo>
                <a:lnTo>
                  <a:pt x="3499323" y="0"/>
                </a:lnTo>
                <a:lnTo>
                  <a:pt x="3499323" y="1164601"/>
                </a:lnTo>
                <a:lnTo>
                  <a:pt x="0" y="1164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44616" y="58748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5071" y="-1249307"/>
            <a:ext cx="2044321" cy="2498614"/>
          </a:xfrm>
          <a:custGeom>
            <a:avLst/>
            <a:gdLst/>
            <a:ahLst/>
            <a:cxnLst/>
            <a:rect r="r" b="b" t="t" l="l"/>
            <a:pathLst>
              <a:path h="2498614" w="2044321">
                <a:moveTo>
                  <a:pt x="0" y="0"/>
                </a:moveTo>
                <a:lnTo>
                  <a:pt x="2044320" y="0"/>
                </a:lnTo>
                <a:lnTo>
                  <a:pt x="204432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428" y="-1015330"/>
            <a:ext cx="5032273" cy="2987483"/>
          </a:xfrm>
          <a:custGeom>
            <a:avLst/>
            <a:gdLst/>
            <a:ahLst/>
            <a:cxnLst/>
            <a:rect r="r" b="b" t="t" l="l"/>
            <a:pathLst>
              <a:path h="2987483" w="5032273">
                <a:moveTo>
                  <a:pt x="0" y="0"/>
                </a:moveTo>
                <a:lnTo>
                  <a:pt x="5032273" y="0"/>
                </a:lnTo>
                <a:lnTo>
                  <a:pt x="5032273" y="2987483"/>
                </a:lnTo>
                <a:lnTo>
                  <a:pt x="0" y="29874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00308">
            <a:off x="-1880589" y="6386089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295537">
            <a:off x="-1050539" y="7903248"/>
            <a:ext cx="5155539" cy="4114800"/>
          </a:xfrm>
          <a:custGeom>
            <a:avLst/>
            <a:gdLst/>
            <a:ahLst/>
            <a:cxnLst/>
            <a:rect r="r" b="b" t="t" l="l"/>
            <a:pathLst>
              <a:path h="4114800" w="5155539">
                <a:moveTo>
                  <a:pt x="0" y="0"/>
                </a:moveTo>
                <a:lnTo>
                  <a:pt x="5155540" y="0"/>
                </a:lnTo>
                <a:lnTo>
                  <a:pt x="5155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94362" y="9258300"/>
            <a:ext cx="4846124" cy="4114800"/>
          </a:xfrm>
          <a:custGeom>
            <a:avLst/>
            <a:gdLst/>
            <a:ahLst/>
            <a:cxnLst/>
            <a:rect r="r" b="b" t="t" l="l"/>
            <a:pathLst>
              <a:path h="4114800" w="4846124">
                <a:moveTo>
                  <a:pt x="0" y="0"/>
                </a:moveTo>
                <a:lnTo>
                  <a:pt x="4846124" y="0"/>
                </a:lnTo>
                <a:lnTo>
                  <a:pt x="48461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00308">
            <a:off x="11110752" y="-3042052"/>
            <a:ext cx="3149692" cy="4114800"/>
          </a:xfrm>
          <a:custGeom>
            <a:avLst/>
            <a:gdLst/>
            <a:ahLst/>
            <a:cxnLst/>
            <a:rect r="r" b="b" t="t" l="l"/>
            <a:pathLst>
              <a:path h="4114800" w="3149692">
                <a:moveTo>
                  <a:pt x="0" y="0"/>
                </a:moveTo>
                <a:lnTo>
                  <a:pt x="3149692" y="0"/>
                </a:lnTo>
                <a:lnTo>
                  <a:pt x="3149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62149" y="825331"/>
            <a:ext cx="2695699" cy="2323203"/>
          </a:xfrm>
          <a:custGeom>
            <a:avLst/>
            <a:gdLst/>
            <a:ahLst/>
            <a:cxnLst/>
            <a:rect r="r" b="b" t="t" l="l"/>
            <a:pathLst>
              <a:path h="2323203" w="2695699">
                <a:moveTo>
                  <a:pt x="0" y="0"/>
                </a:moveTo>
                <a:lnTo>
                  <a:pt x="2695700" y="0"/>
                </a:lnTo>
                <a:lnTo>
                  <a:pt x="2695700" y="2323202"/>
                </a:lnTo>
                <a:lnTo>
                  <a:pt x="0" y="23232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851289">
            <a:off x="2754211" y="9137467"/>
            <a:ext cx="2004528" cy="2057400"/>
          </a:xfrm>
          <a:custGeom>
            <a:avLst/>
            <a:gdLst/>
            <a:ahLst/>
            <a:cxnLst/>
            <a:rect r="r" b="b" t="t" l="l"/>
            <a:pathLst>
              <a:path h="2057400" w="2004528">
                <a:moveTo>
                  <a:pt x="0" y="0"/>
                </a:moveTo>
                <a:lnTo>
                  <a:pt x="2004528" y="0"/>
                </a:lnTo>
                <a:lnTo>
                  <a:pt x="20045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828413">
            <a:off x="12664515" y="-1607619"/>
            <a:ext cx="2431826" cy="2945118"/>
          </a:xfrm>
          <a:custGeom>
            <a:avLst/>
            <a:gdLst/>
            <a:ahLst/>
            <a:cxnLst/>
            <a:rect r="r" b="b" t="t" l="l"/>
            <a:pathLst>
              <a:path h="2945118" w="2431826">
                <a:moveTo>
                  <a:pt x="0" y="0"/>
                </a:moveTo>
                <a:lnTo>
                  <a:pt x="2431826" y="0"/>
                </a:lnTo>
                <a:lnTo>
                  <a:pt x="2431826" y="2945118"/>
                </a:lnTo>
                <a:lnTo>
                  <a:pt x="0" y="29451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925114">
            <a:off x="-492420" y="4409655"/>
            <a:ext cx="1022160" cy="2498614"/>
          </a:xfrm>
          <a:custGeom>
            <a:avLst/>
            <a:gdLst/>
            <a:ahLst/>
            <a:cxnLst/>
            <a:rect r="r" b="b" t="t" l="l"/>
            <a:pathLst>
              <a:path h="2498614" w="1022160">
                <a:moveTo>
                  <a:pt x="0" y="0"/>
                </a:moveTo>
                <a:lnTo>
                  <a:pt x="1022160" y="0"/>
                </a:lnTo>
                <a:lnTo>
                  <a:pt x="1022160" y="2498614"/>
                </a:lnTo>
                <a:lnTo>
                  <a:pt x="0" y="249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059163" y="4446658"/>
            <a:ext cx="8169674" cy="208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9"/>
              </a:lnSpc>
            </a:pPr>
            <a:r>
              <a:rPr lang="en-US" sz="17607">
                <a:solidFill>
                  <a:srgbClr val="A9805C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DAG-xGusNqI</dc:identifier>
  <dcterms:modified xsi:type="dcterms:W3CDTF">2011-08-01T06:04:30Z</dcterms:modified>
  <cp:revision>1</cp:revision>
  <dc:title>g</dc:title>
</cp:coreProperties>
</file>